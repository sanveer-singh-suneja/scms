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7" r:id="rId1"/>
  </p:sldMasterIdLst>
  <p:sldIdLst>
    <p:sldId id="260" r:id="rId2"/>
    <p:sldId id="257" r:id="rId3"/>
    <p:sldId id="258" r:id="rId4"/>
    <p:sldId id="261" r:id="rId5"/>
    <p:sldId id="259" r:id="rId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E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7FBC7E-BE96-09EA-B2F4-43C8A4F393D6}" v="335" dt="2026-08-09T21:03:57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2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353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174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8014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775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385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745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378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087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1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25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25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00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9" r:id="rId2"/>
    <p:sldLayoutId id="2147484020" r:id="rId3"/>
    <p:sldLayoutId id="2147484021" r:id="rId4"/>
    <p:sldLayoutId id="2147484022" r:id="rId5"/>
    <p:sldLayoutId id="2147484023" r:id="rId6"/>
    <p:sldLayoutId id="2147484024" r:id="rId7"/>
    <p:sldLayoutId id="2147484025" r:id="rId8"/>
    <p:sldLayoutId id="2147484026" r:id="rId9"/>
    <p:sldLayoutId id="2147484027" r:id="rId10"/>
    <p:sldLayoutId id="2147484028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4A88-7EE5-EE13-4334-91CFC31F0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90007"/>
            <a:ext cx="10058400" cy="1450757"/>
          </a:xfrm>
        </p:spPr>
        <p:txBody>
          <a:bodyPr>
            <a:noAutofit/>
          </a:bodyPr>
          <a:lstStyle/>
          <a:p>
            <a:pPr algn="ctr"/>
            <a:r>
              <a:rPr lang="en-GB" b="1" dirty="0">
                <a:latin typeface="Felix Titling"/>
                <a:ea typeface="+mj-lt"/>
                <a:cs typeface="+mj-lt"/>
              </a:rPr>
              <a:t>Sports Complex Management System (SCMS)</a:t>
            </a:r>
            <a:endParaRPr lang="en-US" b="1" dirty="0">
              <a:latin typeface="Felix Titling"/>
              <a:ea typeface="Calibri Light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09F4A4-FBF4-E788-BE15-2216E0FCE3A1}"/>
              </a:ext>
            </a:extLst>
          </p:cNvPr>
          <p:cNvSpPr txBox="1"/>
          <p:nvPr/>
        </p:nvSpPr>
        <p:spPr>
          <a:xfrm>
            <a:off x="4007339" y="5899771"/>
            <a:ext cx="40271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Calibri"/>
                <a:cs typeface="Calibri"/>
              </a:rPr>
              <a:t>Software Engineering project - 2026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747C9-3D01-AE20-149B-99C3A947B56B}"/>
              </a:ext>
            </a:extLst>
          </p:cNvPr>
          <p:cNvSpPr txBox="1"/>
          <p:nvPr/>
        </p:nvSpPr>
        <p:spPr>
          <a:xfrm>
            <a:off x="1715736" y="3808248"/>
            <a:ext cx="899577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000" dirty="0">
                <a:ea typeface="Calibri"/>
                <a:cs typeface="Calibri"/>
              </a:rPr>
              <a:t>Presented By :- Harshj</a:t>
            </a:r>
            <a:r>
              <a:rPr lang="en-GB" sz="2000" dirty="0"/>
              <a:t>ot</a:t>
            </a:r>
            <a:r>
              <a:rPr lang="en-GB" sz="2000" dirty="0">
                <a:ea typeface="Calibri"/>
                <a:cs typeface="Calibri"/>
              </a:rPr>
              <a:t> Singh </a:t>
            </a:r>
            <a:r>
              <a:rPr lang="en-GB" sz="2000" dirty="0">
                <a:ea typeface="+mn-lt"/>
                <a:cs typeface="+mn-lt"/>
              </a:rPr>
              <a:t>• Jaspreet Singh • Sanveer Singh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4B8F0E-5AA0-F83E-EE21-856884612E2C}"/>
              </a:ext>
            </a:extLst>
          </p:cNvPr>
          <p:cNvSpPr txBox="1"/>
          <p:nvPr/>
        </p:nvSpPr>
        <p:spPr>
          <a:xfrm>
            <a:off x="4223007" y="4728614"/>
            <a:ext cx="29937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>
                <a:ea typeface="+mn-lt"/>
                <a:cs typeface="+mn-lt"/>
              </a:rPr>
              <a:t>B.E</a:t>
            </a:r>
            <a:r>
              <a:rPr lang="en-GB" dirty="0">
                <a:ea typeface="+mn-lt"/>
                <a:cs typeface="+mn-lt"/>
              </a:rPr>
              <a:t> — Artificial Intelligence &amp; Machine Learning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AF6654-B67C-3105-10CD-C2DEEA3CAB4E}"/>
              </a:ext>
            </a:extLst>
          </p:cNvPr>
          <p:cNvSpPr txBox="1"/>
          <p:nvPr/>
        </p:nvSpPr>
        <p:spPr>
          <a:xfrm>
            <a:off x="1715736" y="2299340"/>
            <a:ext cx="899577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ea typeface="Calibri"/>
                <a:cs typeface="Calibri"/>
              </a:rPr>
              <a:t>A digital platform to replace manual ID-card-based equipment issuing in college sports complexes</a:t>
            </a:r>
            <a:endParaRPr lang="en-GB" sz="2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36804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4DB43-DFEF-C7A6-B9F9-434346DE8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965" y="4767"/>
            <a:ext cx="10058400" cy="1450757"/>
          </a:xfrm>
        </p:spPr>
        <p:txBody>
          <a:bodyPr>
            <a:normAutofit/>
          </a:bodyPr>
          <a:lstStyle/>
          <a:p>
            <a:r>
              <a:rPr lang="en-GB" sz="6000">
                <a:latin typeface="Felix Titling"/>
                <a:ea typeface="+mj-lt"/>
                <a:cs typeface="+mj-lt"/>
              </a:rPr>
              <a:t>Problem Statement</a:t>
            </a:r>
            <a:endParaRPr lang="en-US" sz="6000">
              <a:latin typeface="Felix Titling"/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45862-661A-2264-4747-E4D82B249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965" y="1877049"/>
            <a:ext cx="10058400" cy="4023360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GB" sz="3200" b="1" dirty="0"/>
              <a:t>Challenges in the Existing System</a:t>
            </a:r>
            <a:endParaRPr lang="en-GB" sz="3200" dirty="0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</a:pPr>
            <a:endParaRPr lang="en-GB" sz="2400" b="1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2400" b="1" dirty="0">
                <a:ea typeface="+mn-lt"/>
                <a:cs typeface="+mn-lt"/>
              </a:rPr>
              <a:t>Manual &amp; inefficient process</a:t>
            </a:r>
            <a:r>
              <a:rPr lang="en-GB" sz="2400" dirty="0">
                <a:ea typeface="+mn-lt"/>
                <a:cs typeface="+mn-lt"/>
              </a:rPr>
              <a:t> – </a:t>
            </a:r>
            <a:r>
              <a:rPr lang="en-US" sz="2400" dirty="0">
                <a:ea typeface="+mn-lt"/>
                <a:cs typeface="+mn-lt"/>
              </a:rPr>
              <a:t>Students currently deposit physical ID cards to borrow sports equipment — slow, unrecorded, hard to track</a:t>
            </a:r>
            <a:endParaRPr lang="en-GB" sz="2400" dirty="0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No centralized record of inventory </a:t>
            </a:r>
            <a:r>
              <a:rPr lang="en-US" sz="2400" dirty="0">
                <a:ea typeface="+mn-lt"/>
                <a:cs typeface="+mn-lt"/>
              </a:rPr>
              <a:t>(what's issued, available, or damaged)</a:t>
            </a:r>
            <a:r>
              <a:rPr lang="en-GB" sz="2400" dirty="0">
                <a:ea typeface="+mn-lt"/>
                <a:cs typeface="+mn-lt"/>
              </a:rPr>
              <a:t> </a:t>
            </a:r>
            <a:endParaRPr lang="en-GB" sz="2400" dirty="0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No fair mechanism </a:t>
            </a:r>
            <a:r>
              <a:rPr lang="en-US" sz="2400" dirty="0">
                <a:ea typeface="+mn-lt"/>
                <a:cs typeface="+mn-lt"/>
              </a:rPr>
              <a:t>to prevent a few students from monopolizing high-demand equipment/slots</a:t>
            </a:r>
          </a:p>
          <a:p>
            <a:pPr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Need: </a:t>
            </a:r>
            <a:r>
              <a:rPr lang="en-US" sz="2400" dirty="0">
                <a:ea typeface="+mn-lt"/>
                <a:cs typeface="+mn-lt"/>
              </a:rPr>
              <a:t>an online system for issuing, tracking, and fairly scheduling equipment usage</a:t>
            </a:r>
            <a:endParaRPr lang="en-GB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9747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43990-B1DF-4E93-0B00-797BD0FA6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965" y="4767"/>
            <a:ext cx="10058400" cy="1450757"/>
          </a:xfrm>
        </p:spPr>
        <p:txBody>
          <a:bodyPr>
            <a:normAutofit/>
          </a:bodyPr>
          <a:lstStyle/>
          <a:p>
            <a:r>
              <a:rPr lang="en-GB" sz="6000">
                <a:latin typeface="Felix Titling"/>
                <a:ea typeface="+mj-lt"/>
                <a:cs typeface="+mj-lt"/>
              </a:rPr>
              <a:t>Proposed Solution</a:t>
            </a:r>
            <a:endParaRPr lang="en-US" sz="6000">
              <a:latin typeface="Felix Titling"/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CCC63-E98A-B78A-2CA2-12888992F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788" y="1845734"/>
            <a:ext cx="6686811" cy="4117305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GB" sz="3200" b="1" dirty="0"/>
              <a:t>Our Proposed System</a:t>
            </a:r>
            <a:endParaRPr lang="en-GB" sz="3200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Digital </a:t>
            </a:r>
            <a:r>
              <a:rPr lang="en-US" sz="2400" dirty="0">
                <a:ea typeface="+mn-lt"/>
                <a:cs typeface="+mn-lt"/>
              </a:rPr>
              <a:t>ID-based issue/return via QR code scan (no physical card handover)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Real-time inventory </a:t>
            </a:r>
            <a:r>
              <a:rPr lang="en-US" sz="2400" dirty="0">
                <a:ea typeface="+mn-lt"/>
                <a:cs typeface="+mn-lt"/>
              </a:rPr>
              <a:t>dashboard for sports complex staff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Fairness</a:t>
            </a:r>
            <a:r>
              <a:rPr lang="en-US" sz="2400" dirty="0">
                <a:ea typeface="+mn-lt"/>
                <a:cs typeface="+mn-lt"/>
              </a:rPr>
              <a:t>-weighted scheduling algorithm — prioritizes students who've played less recently, capped daily usage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GB" sz="2400" b="1" dirty="0">
                <a:ea typeface="+mn-lt"/>
                <a:cs typeface="+mn-lt"/>
              </a:rPr>
              <a:t>Extras: </a:t>
            </a:r>
            <a:r>
              <a:rPr lang="en-GB" sz="2400" dirty="0">
                <a:ea typeface="+mn-lt"/>
                <a:cs typeface="+mn-lt"/>
              </a:rPr>
              <a:t>usage analytics, return reminders, damage logging</a:t>
            </a:r>
            <a:endParaRPr lang="en-GB" dirty="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558B76-F777-B1E7-04DC-72863F227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308" y="1983286"/>
            <a:ext cx="4942562" cy="383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30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732F9-600B-6D75-B84D-BC4D1D7C3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0D54E-0EBF-B9E5-236E-8E8358824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346" y="160386"/>
            <a:ext cx="9426146" cy="983988"/>
          </a:xfrm>
        </p:spPr>
        <p:txBody>
          <a:bodyPr>
            <a:noAutofit/>
          </a:bodyPr>
          <a:lstStyle/>
          <a:p>
            <a:pPr algn="ctr"/>
            <a:r>
              <a:rPr lang="en-GB" b="1" dirty="0">
                <a:latin typeface="Felix Titling"/>
                <a:ea typeface="+mj-lt"/>
                <a:cs typeface="+mj-lt"/>
              </a:rPr>
              <a:t>Overview of </a:t>
            </a:r>
            <a:r>
              <a:rPr lang="en-GB" b="1" dirty="0" err="1">
                <a:latin typeface="Felix Titling"/>
                <a:ea typeface="+mj-lt"/>
                <a:cs typeface="+mj-lt"/>
              </a:rPr>
              <a:t>scms</a:t>
            </a:r>
            <a:endParaRPr lang="en-US" b="1" dirty="0">
              <a:latin typeface="Felix Titling"/>
              <a:ea typeface="Calibri Light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7111C4-E659-3974-4CA5-4097B561F1F1}"/>
              </a:ext>
            </a:extLst>
          </p:cNvPr>
          <p:cNvSpPr txBox="1"/>
          <p:nvPr/>
        </p:nvSpPr>
        <p:spPr>
          <a:xfrm>
            <a:off x="4007339" y="5899771"/>
            <a:ext cx="40271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Calibri"/>
                <a:cs typeface="Calibri"/>
              </a:rPr>
              <a:t>Software Engineering project - 2026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EB0B9E-B713-EC33-57E7-D543BF0066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032" y="3465512"/>
            <a:ext cx="4950185" cy="23977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1393E5-D66C-7F52-AD4A-DEEA992E49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30" y="1125549"/>
            <a:ext cx="4419937" cy="22375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A8DD91-1C31-CF87-88DE-30168E26E8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097" y="1125642"/>
            <a:ext cx="4549843" cy="230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632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F6975-7F3D-25E7-D912-25052AF1E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>
                <a:latin typeface="Felix Titling"/>
                <a:ea typeface="+mj-lt"/>
                <a:cs typeface="+mj-lt"/>
              </a:rPr>
              <a:t>Motivation</a:t>
            </a:r>
            <a:endParaRPr lang="en-US" sz="6000">
              <a:latin typeface="Felix Titling"/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7BB4E-6B3F-7E7D-E2EF-AC6D769C1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GB" sz="3200" b="1" dirty="0"/>
              <a:t>Why SCMS?</a:t>
            </a:r>
            <a:endParaRPr lang="en-GB" sz="3200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GB" sz="2400" b="1" dirty="0">
                <a:ea typeface="+mn-lt"/>
                <a:cs typeface="+mn-lt"/>
              </a:rPr>
              <a:t>Real-world impact</a:t>
            </a:r>
            <a:r>
              <a:rPr lang="en-GB" sz="2400" dirty="0">
                <a:ea typeface="+mn-lt"/>
                <a:cs typeface="+mn-lt"/>
              </a:rPr>
              <a:t> – </a:t>
            </a:r>
            <a:r>
              <a:rPr lang="en-US" sz="2400" dirty="0">
                <a:ea typeface="+mn-lt"/>
                <a:cs typeface="+mn-lt"/>
              </a:rPr>
              <a:t>Current process is manual, paper/register-based, and prone to errors</a:t>
            </a:r>
            <a:endParaRPr lang="en-GB" sz="2400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GB" sz="2400" b="1" dirty="0">
                <a:ea typeface="+mn-lt"/>
                <a:cs typeface="+mn-lt"/>
              </a:rPr>
              <a:t>Application of Software Engineering</a:t>
            </a:r>
            <a:r>
              <a:rPr lang="en-GB" sz="2400" dirty="0">
                <a:ea typeface="+mn-lt"/>
                <a:cs typeface="+mn-lt"/>
              </a:rPr>
              <a:t> – Provides practical experience in </a:t>
            </a:r>
            <a:r>
              <a:rPr lang="en-GB" sz="2400" b="1" dirty="0">
                <a:ea typeface="+mn-lt"/>
                <a:cs typeface="+mn-lt"/>
              </a:rPr>
              <a:t>requirements analysis, system design, database </a:t>
            </a:r>
            <a:r>
              <a:rPr lang="en-GB" sz="2400" b="1" dirty="0" err="1">
                <a:ea typeface="+mn-lt"/>
                <a:cs typeface="+mn-lt"/>
              </a:rPr>
              <a:t>modeling</a:t>
            </a:r>
            <a:r>
              <a:rPr lang="en-GB" sz="2400" b="1" dirty="0">
                <a:ea typeface="+mn-lt"/>
                <a:cs typeface="+mn-lt"/>
              </a:rPr>
              <a:t>, implementation, and testing</a:t>
            </a:r>
            <a:r>
              <a:rPr lang="en-GB" sz="2400" dirty="0">
                <a:ea typeface="+mn-lt"/>
                <a:cs typeface="+mn-lt"/>
              </a:rPr>
              <a:t>.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A digital </a:t>
            </a:r>
            <a:r>
              <a:rPr lang="en-US" sz="2400" dirty="0">
                <a:ea typeface="+mn-lt"/>
                <a:cs typeface="+mn-lt"/>
              </a:rPr>
              <a:t>platform to replace manual ID-card-based equipment issuing in college sports complexes</a:t>
            </a:r>
            <a:r>
              <a:rPr lang="en-GB" sz="2400" dirty="0">
                <a:ea typeface="+mn-lt"/>
                <a:cs typeface="+mn-lt"/>
              </a:rPr>
              <a:t> </a:t>
            </a:r>
            <a:endParaRPr lang="en-GB" sz="2400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GB" sz="2400" b="1" dirty="0">
                <a:ea typeface="+mn-lt"/>
                <a:cs typeface="+mn-lt"/>
              </a:rPr>
              <a:t>Better campus resource management</a:t>
            </a:r>
            <a:r>
              <a:rPr lang="en-GB" sz="2400" dirty="0">
                <a:ea typeface="+mn-lt"/>
                <a:cs typeface="+mn-lt"/>
              </a:rPr>
              <a:t> – Improves student convenience while increasing </a:t>
            </a:r>
            <a:r>
              <a:rPr lang="en-GB" sz="2400" b="1" dirty="0">
                <a:ea typeface="+mn-lt"/>
                <a:cs typeface="+mn-lt"/>
              </a:rPr>
              <a:t>equipment accountability, utilization, and system efficiency</a:t>
            </a:r>
            <a:r>
              <a:rPr lang="en-GB" sz="2400" dirty="0">
                <a:ea typeface="+mn-lt"/>
                <a:cs typeface="+mn-lt"/>
              </a:rPr>
              <a:t>. </a:t>
            </a:r>
            <a:endParaRPr lang="en-GB" sz="24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7356108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</TotalTime>
  <Words>252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Felix Titling</vt:lpstr>
      <vt:lpstr>Retrospect</vt:lpstr>
      <vt:lpstr>Sports Complex Management System (SCMS)</vt:lpstr>
      <vt:lpstr>Problem Statement</vt:lpstr>
      <vt:lpstr>Proposed Solution</vt:lpstr>
      <vt:lpstr>Overview of scms</vt:lpstr>
      <vt:lpstr>Motivation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Sanveer Singh</dc:creator>
  <cp:lastModifiedBy>Jaspreet singh</cp:lastModifiedBy>
  <cp:revision>157</cp:revision>
  <dcterms:created xsi:type="dcterms:W3CDTF">2026-08-09T20:32:04Z</dcterms:created>
  <dcterms:modified xsi:type="dcterms:W3CDTF">2026-09-14T05:35:16Z</dcterms:modified>
</cp:coreProperties>
</file>